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54864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Agentic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7D2FE"/>
                </a:solidFill>
              </a:rPr>
              <a:t>for Product Catalog Enrichment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5B4FC"/>
                </a:solidFill>
              </a:rPr>
              <a:t>Automated · Intelligent · Auditable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F46E5"/>
                </a:solidFill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</a:rPr>
              <a:t>SKUs Enriched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20040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2918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F46E5"/>
                </a:solidFill>
              </a:rPr>
              <a:t>87.9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</a:rPr>
              <a:t>Avg Quality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0040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2918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F46E5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</a:rPr>
              <a:t>AI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20040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32918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F46E5"/>
                </a:solidFill>
              </a:rPr>
              <a:t>46s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</a:rPr>
              <a:t>Pipeline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8A29E"/>
                </a:solidFill>
              </a:rPr>
              <a:t>Built with Python · Ollama (llama3.2) · FastAPI · No cloud API keys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F46E5"/>
                </a:solidFill>
              </a:rPr>
              <a:t>github.com/ShardulJagtap/catalog-enrichment-pipeline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Why dirty catalogs cost real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80467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</a:rPr>
              <a:t>Missing prices, categories and descriptions on 30-40% of SKUs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80467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919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79191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</a:rPr>
              <a:t>Duplicate entries from different suppliers for the same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46704"/>
            <a:ext cx="80467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838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8386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</a:rPr>
              <a:t>Inconsistent field names — 'colour' vs 'clr' vs 'Farbe' (German)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51376"/>
            <a:ext cx="80467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885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8853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</a:rPr>
              <a:t>Raw, unpolished descriptions that hurt conversion rates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56048"/>
            <a:ext cx="80467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93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🗂️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932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</a:rPr>
              <a:t>No standard taxonomy — every supplier uses their own category 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737360"/>
            <a:ext cx="3200400" cy="48463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💥  Business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5146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C0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6060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$15B/year lost in sales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from poor product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8862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C0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97763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30% better conversion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with rich descriptions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52578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C0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5349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Manual cleaning of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10k SKUs = weeks of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Multi-agent AI pipeline that automates the entire enrichment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F46E5"/>
                </a:solidFill>
              </a:rPr>
              <a:t>One command. 8 intelligent agents. 46 seconds. Production-ready catalog.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CSV · JSON · TXT · XML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23774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395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Fields · Units ·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3774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395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Deduplication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Rule-based + TF-IDF semantic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28600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23774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377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395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Schema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Master catalog schema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29767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Gap Resolution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LLM auto-fill missing fields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420624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0" y="429767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4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Description 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SEO copy generation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0624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429767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Quality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0–100 completeness score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4206240"/>
            <a:ext cx="26517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26880" y="429767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4297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JSON + CSV +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Agent interaction flow — data moves through a strict typed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Ingestion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RawProduct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Normalization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NormalizedProduct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Deduplication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+dup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Schema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EnrichedProduct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Gap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+filled fields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Description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+descriptions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828800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Quality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926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scores 0-100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3474720"/>
            <a:ext cx="3931920" cy="8229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📊  ReportingAgent  →  JSON + CSV + Dashboard + Human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7200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🔑  Design principle: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</a:rPr>
              <a:t>Each agent receives and returns typed Pydantic models. No agent calls another directly — fully decoupled, independently testable, and replaceable without touching any other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Ingestion &amp;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Handle format chaos from any supplier 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5760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</a:rPr>
              <a:t>Supported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585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Structured tabular 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815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37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Nested / array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448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60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Unstructured free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</a:rPr>
              <a:t>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274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Structured markup feeds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600200"/>
            <a:ext cx="39319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</a:rPr>
              <a:t>Normalization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240280"/>
            <a:ext cx="3657600" cy="530352"/>
          </a:xfrm>
          <a:prstGeom prst="roundRect">
            <a:avLst>
              <a:gd name="adj" fmla="val 5000"/>
            </a:avLst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31343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clr / colour / Farbe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13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→  color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907792"/>
            <a:ext cx="3657600" cy="530352"/>
          </a:xfrm>
          <a:prstGeom prst="roundRect">
            <a:avLst>
              <a:gd name="adj" fmla="val 5000"/>
            </a:avLst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298094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blk / wht / gry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809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→  black / white / gray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575304"/>
            <a:ext cx="3657600" cy="530352"/>
          </a:xfrm>
          <a:prstGeom prst="roundRect">
            <a:avLst>
              <a:gd name="adj" fmla="val 5000"/>
            </a:avLst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648456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'$24.99' / '29,95'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6484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→  24.99 (float)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242816"/>
            <a:ext cx="3657600" cy="530352"/>
          </a:xfrm>
          <a:prstGeom prst="roundRect">
            <a:avLst>
              <a:gd name="adj" fmla="val 5000"/>
            </a:avLst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31596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'300g' / '2.5kg'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→  0.3 / 2.5 (kg float)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910328"/>
            <a:ext cx="3657600" cy="530352"/>
          </a:xfrm>
          <a:prstGeom prst="roundRect">
            <a:avLst>
              <a:gd name="adj" fmla="val 5000"/>
            </a:avLst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4983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German / Tagalog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→  English (Ollama)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577840"/>
            <a:ext cx="3657600" cy="530352"/>
          </a:xfrm>
          <a:prstGeom prst="roundRect">
            <a:avLst>
              <a:gd name="adj" fmla="val 5000"/>
            </a:avLst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56509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4 concurrent workers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50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→  3× faster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1600200"/>
            <a:ext cx="3200400" cy="4937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✓  Live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2860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18 products ingested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0358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3 supplier formats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785615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4 non-English listings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detected &amp; translated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53542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Zero crashes 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bad/missing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5285231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0.15s normalization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(was 4.4s)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Deduplication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Two-stage approach: rule-based speed + semantic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Stage 1 — Rule-Based  (fast, always runs)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Normalize: lowercase, strip stop words, remove punctuation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SequenceMatcher ratio (60% weight)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Jaccard token overlap (40% weight)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Category guard — different known categories = never duplicate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2628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526280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5902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Stage 2 — TF-IDF Semantic  (no download, instant)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7492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char n-gram TF-IDF via scikit-learn (already installed)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Cosine similarity on product text representation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• Threshold: 0.85 (configurable)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19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📌  Example Catch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"Men's Slim Fit Jeans"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F46E5"/>
                </a:solidFill>
              </a:rPr>
              <a:t>≈  "Slim Fit Jeans Men Indigo 32x30"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Jaccard: 0.57  ·  SequenceMatcher: 0.71  →  FLAGGED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6692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187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⚡ 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</a:rPr>
              <a:t>Before (HuggingFace download)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663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</a:rPr>
              <a:t>137s  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30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</a:rPr>
              <a:t>After  (TF-IDF, scikit-learn)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2303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</a:rPr>
              <a:t>2s   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7972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</a:rPr>
              <a:t>Speedup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797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</a:rPr>
              <a:t>68×   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Schema Mapping &amp; Gap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Agents that reason about missing data — not just default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Schema Mapping — Category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7627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219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Direct taxonomy match (case-insensitive)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79191"/>
            <a:ext cx="347472" cy="34747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2491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Fuzzy substring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8211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278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Keyword heuristic  (no API call)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8503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850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730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Ollama LLM inference  (last resort)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Gap Resolution — Field Fill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1091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1.  Deterministic rule  (currency → 'USD')  — free, instant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2.  Keyword heuristic   (category from name)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3.  Ollama LLM          (all other fields with context)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C1917"/>
                </a:solidFill>
              </a:rPr>
              <a:t>4.  Flag as UNRESOLVED  (if LLM returns UNKNOWN)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600200"/>
            <a:ext cx="5669280" cy="493776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✓  Live Gap Resolution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331720"/>
            <a:ext cx="5303520" cy="530352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423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Fields auto-filled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24231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990087"/>
            <a:ext cx="5303520" cy="530352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08152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Prices inferred by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3081527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648456"/>
            <a:ext cx="5303520" cy="530352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39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Descriptions filled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37398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306824"/>
            <a:ext cx="5303520" cy="530352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398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Unresolved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3982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965192"/>
            <a:ext cx="5303520" cy="530352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0566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Concurrent workers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5056631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623559"/>
            <a:ext cx="5303520" cy="530352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71499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Time for 18 products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571499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4.6s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Description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LLM-powered SEO copy grounded in verified facts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685800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</a:rPr>
              <a:t>🔐  Prompt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6492240" cy="1280160"/>
          </a:xfrm>
          <a:prstGeom prst="roundRect">
            <a:avLst>
              <a:gd name="adj" fmla="val 5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System (trusted — authored by us):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"You are an expert e-commerce copywriter. Write 50–250 words using
ONLY the attributes provided. Do NOT invent specifications."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6492240" cy="128016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User (structured, sanitized data only):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"Product name: USB-C Fast Charger 65W
Known attributes:
  category: Electronics  |  color: white  |  price_usd: $25.00"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🛡️ 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57534E"/>
                </a:solidFill>
              </a:rPr>
              <a:t>Hallucination check — numbers in output not in attributes are flagged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57534E"/>
                </a:solidFill>
              </a:rPr>
              <a:t>Word count enforced — min 50, max 250 (fallback to template if violated)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57534E"/>
                </a:solidFill>
              </a:rPr>
              <a:t>Injection prevention — supplier strings sanitized before prompt construction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600200"/>
            <a:ext cx="4297680" cy="493776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📝  Generated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28600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"Power up your devices faster than ever with this USB-C 65W Fast Charger. Designed for modern smartphones, laptops and tablets, it delivers rapid charging while protecting against overcharge. Compact and travel-friendly in clean white — the essential companion for professionals on the go."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526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4FC"/>
                </a:solidFill>
              </a:rPr>
              <a:t>74 words  ·  SEO-optimized  ·  No invented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029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⚡ 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3949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</a:rPr>
              <a:t>18 descriptions  ·  6 workers
~2.5s/call  ·  ~10s 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Quality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Every SKU gets an honest 0–100 score — no guessing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</a:rPr>
              <a:t>Scoring Breakdown  (100 pts total)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7772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914400" cy="658368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40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122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Required fields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048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6 fields × 6.67 pts 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7772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914400" cy="65836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809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20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89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Optional fields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821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8 fields × 2.5 pts 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7772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914400" cy="658368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581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20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667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Description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5935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Full at ≥100w, partial 50-99w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7772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914400" cy="658368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354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43983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Flag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73659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−2.5 pts per MISSING flag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66360"/>
            <a:ext cx="7772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166360"/>
            <a:ext cx="914400" cy="658368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126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2212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Not a duplicate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5138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Full 10 if is_duplicate=False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1600200"/>
            <a:ext cx="3383280" cy="493776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✓  Live Score Results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2377440"/>
            <a:ext cx="3108960" cy="530352"/>
          </a:xfrm>
          <a:prstGeom prst="roundRect">
            <a:avLst>
              <a:gd name="adj" fmla="val 5000"/>
            </a:avLst>
          </a:prstGeom>
          <a:solidFill>
            <a:srgbClr val="0A6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468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Total SKUs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246888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3035808"/>
            <a:ext cx="3108960" cy="530352"/>
          </a:xfrm>
          <a:prstGeom prst="roundRect">
            <a:avLst>
              <a:gd name="adj" fmla="val 5000"/>
            </a:avLst>
          </a:prstGeom>
          <a:solidFill>
            <a:srgbClr val="0A6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127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Avg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31272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87.9 / 100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3694176"/>
            <a:ext cx="3108960" cy="530352"/>
          </a:xfrm>
          <a:prstGeom prst="roundRect">
            <a:avLst>
              <a:gd name="adj" fmla="val 5000"/>
            </a:avLst>
          </a:prstGeom>
          <a:solidFill>
            <a:srgbClr val="0A6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78561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Score ≥ 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3785615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18 (100%)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4352544"/>
            <a:ext cx="3108960" cy="530352"/>
          </a:xfrm>
          <a:prstGeom prst="roundRect">
            <a:avLst>
              <a:gd name="adj" fmla="val 5000"/>
            </a:avLst>
          </a:prstGeom>
          <a:solidFill>
            <a:srgbClr val="0A6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44439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Score 50-79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0" y="4443983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5010912"/>
            <a:ext cx="3108960" cy="530352"/>
          </a:xfrm>
          <a:prstGeom prst="roundRect">
            <a:avLst>
              <a:gd name="adj" fmla="val 5000"/>
            </a:avLst>
          </a:prstGeom>
          <a:solidFill>
            <a:srgbClr val="0A6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5102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Score &lt; 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51023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5669279"/>
            <a:ext cx="3108960" cy="530352"/>
          </a:xfrm>
          <a:prstGeom prst="roundRect">
            <a:avLst>
              <a:gd name="adj" fmla="val 5000"/>
            </a:avLst>
          </a:prstGeom>
          <a:solidFill>
            <a:srgbClr val="0A6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576071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Needs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576071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52160"/>
            <a:ext cx="7772400" cy="685800"/>
          </a:xfrm>
          <a:prstGeom prst="roundRect">
            <a:avLst>
              <a:gd name="adj" fmla="val 5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94360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F46E5"/>
                </a:solidFill>
              </a:rPr>
              <a:t>🔵  Human-in-the-loop: SKUs scoring &lt; 50 are automatically flagged in the dashboard Review tab with Approve / Reject controls and audit trail.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FastAPI + HTML dashboard — all results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C1917"/>
                </a:solidFill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Overview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21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</a:rPr>
              <a:t>6 live charts — Top 5, Score Distribution, Supplier Quality, Field Radar, Before/After,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709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C1917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3736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Products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221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</a:rPr>
              <a:t>Search + filter by category/score. Paginated table with inline score bars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0020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709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C1917"/>
                </a:solidFill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73736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Human Review 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21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</a:rPr>
              <a:t>Approve/Reject cards for low-scoring SKUs with audit trail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0020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709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C1917"/>
                </a:solidFill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73736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Report 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221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</a:rPr>
              <a:t>Full pipeline stats in terminal-style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64408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74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C1917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40156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Real-time 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886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</a:rPr>
              <a:t>Server-Sent Events push stream — no polling, instant step updates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264408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3374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C1917"/>
                </a:solidFill>
              </a:rPr>
              <a:t>⌨️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40156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Keyboard shortcuts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3886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</a:rPr>
              <a:t>Cmd+Enter to run, 1–4 to switch tabs, Escape to cancel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66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84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Downloads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</a:rPr>
              <a:t>Export enriched catalog as JSON or CSV in one 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F46E5"/>
                </a:solidFill>
              </a:rPr>
              <a:t>🔗  github.com/ShardulJagtap/catalog-enrichment-pipeline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Results —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Measurable enrichment across every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7534E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627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11D48"/>
                </a:solidFill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27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50292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Complete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48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3 / 18 (17%)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18 / 18 (100%)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Valid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97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13 / 18 (72%)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18 / 18 (100%)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1247120" cy="50292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46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Price 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46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13 / 18 (72%)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18 / 18 (100%)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9475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Non-English handled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7947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0 /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947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4 / 4  (100%)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Avg quality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343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~38 /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87.9 /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892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SEO tags present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892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0 /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92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18 / 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44067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Pipeline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4406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N/A (manual)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4406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</a:rPr>
              <a:t>46 seconds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989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Duplicate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989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11D48"/>
                </a:solidFill>
              </a:rPr>
              <a:t>Not possible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989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</a:rPr>
              <a:t>Automated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Why This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Architecture is production-ready — infrastructure just needs to catch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Today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Single machine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Sequential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Local 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6052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245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~1,000 SKUs/hr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002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Phase 1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Horizontal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23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Docker containers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Kafka queues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Auto-scaling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16052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2245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~100,000 SKUs/hr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002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Phase 2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LLM Throughput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Batch requests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Result caching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GPU Ollama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16052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245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10× LLM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8A29E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6002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Phase 3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Dedup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423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FAISS ANN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Vector DB (Qdrant)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E0E7FF"/>
                </a:solidFill>
              </a:rPr>
              <a:t>O(n log 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416052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42245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1M products in minutes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47120" cy="1600200"/>
          </a:xfrm>
          <a:prstGeom prst="roundRect">
            <a:avLst>
              <a:gd name="adj" fmla="val 5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</a:rPr>
              <a:t>🔑  Why Agentic &gt; Monolithic ETL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</a:rPr>
              <a:t>Each agent is independently deployable, testable, and replaceable. When a supplier changes format — only IngestionAgent updates. When the LLM improves — only Description and Gap agents benefit. No other architecture gives you that modularity at zero coupling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Demo /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7F3D0"/>
                </a:solidFill>
              </a:rPr>
              <a:t>Pipeline running on 3 supplier feeds — before vs after per SKU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$ ollama serve          # terminal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$ python run_api.py     # terminal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00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</a:rPr>
              <a:t>8-Step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5740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46888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80720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18 RawProducts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205740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246888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3" y="280720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Fields+Lang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205740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46888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80720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TF-IDF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43616" y="205740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16768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246888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6768" y="280720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52044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93192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Fill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427024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15 fields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71231" y="352044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393192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Describe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427024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18 SEO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424" y="352044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393192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27024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avg 87.9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43616" y="3520440"/>
            <a:ext cx="1417320" cy="123444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16768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16768" y="393192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427024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7FF"/>
                </a:solidFill>
              </a:rPr>
              <a:t>JSON+CSV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</a:rPr>
              <a:t>Before → After  (A002: USB-C Fast Charger 65W)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182112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48"/>
                </a:solidFill>
              </a:rPr>
              <a:t>SUPPLIER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"sku": "A002"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39044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"name": "USB-C Fast Charger 65W"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2428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11D48"/>
                </a:solidFill>
              </a:rPr>
              <a:t>"price": null  ← missing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4581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"color": "white"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11D48"/>
                </a:solidFill>
              </a:rPr>
              <a:t>"category": null  ← missing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"description": "charges fast"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4389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89320" y="3182112"/>
            <a:ext cx="6035040" cy="2926080"/>
          </a:xfrm>
          <a:prstGeom prst="roundRect">
            <a:avLst>
              <a:gd name="adj" fmla="val 5000"/>
            </a:avLst>
          </a:prstGeom>
          <a:solidFill>
            <a:srgbClr val="0A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255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ENRICHED OUTPUT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566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"sku": "SUPPLIER_A-A002"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3904487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"product_name": "USB-C Fast Charger 65W"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24281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"price_usd": 25.00  ← AUTO_FILLED by Ollama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458114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"category": "Electronics"  ← heuristic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49194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"description": "Power up devices... (74 words)"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257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D3D1"/>
                </a:solidFill>
              </a:rPr>
              <a:t>"quality_score": 88  |  "seo_tags": [5 tags]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